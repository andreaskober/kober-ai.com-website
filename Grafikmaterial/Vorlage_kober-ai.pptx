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el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Kapitel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nhalt-dunkel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nhalt-hell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Abschluss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71500" y="1417320"/>
            <a:ext cx="49377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Titel der Präsentation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71500" y="310896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Untertitel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21024" y="210312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Kapitelname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621024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Kurzer Einleitungssatz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dunk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Folientitel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42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Inhalt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181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hel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Folientitel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42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Inhalt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181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82880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Kontakt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181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71500" y="141732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Präsentationsvorlage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71500" y="3108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kober-ai.com · Andreas Kober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21024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Die Apps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621024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Fünf Apps für Android und iOS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Inhaltsfolie dunkel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Titel und Text stehen in Platzhaltern und übernehmen Schrift und Farbe automatisch.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Neue Folien über „Neue Folie“ und das gewünschte Layout einfügen.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Akzentfarben Magenta und Cyan sind im Design hinterlegt.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181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Inhaltsfolie hell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Die helle Variante eignet sich für Tabellen, Diagramme und zum Ausdrucken.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Logo, Fußzeile und Foliennummer kommen aus dem Layout.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181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82880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[kontakt@kober-ai.com]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ber-ai.com">
  <a:themeElements>
    <a:clrScheme name="kober-ai.com">
      <a:dk1>
        <a:srgbClr val="0B0820"/>
      </a:dk1>
      <a:lt1>
        <a:srgbClr val="FFFFFF"/>
      </a:lt1>
      <a:dk2>
        <a:srgbClr val="140F3A"/>
      </a:dk2>
      <a:lt2>
        <a:srgbClr val="EBE8FF"/>
      </a:lt2>
      <a:accent1>
        <a:srgbClr val="FF2BD6"/>
      </a:accent1>
      <a:accent2>
        <a:srgbClr val="22E6FF"/>
      </a:accent2>
      <a:accent3>
        <a:srgbClr val="F7E94B"/>
      </a:accent3>
      <a:accent4>
        <a:srgbClr val="9A93CC"/>
      </a:accent4>
      <a:accent5>
        <a:srgbClr val="D4119C"/>
      </a:accent5>
      <a:accent6>
        <a:srgbClr val="0098B8"/>
      </a:accent6>
      <a:hlink>
        <a:srgbClr val="0098B8"/>
      </a:hlink>
      <a:folHlink>
        <a:srgbClr val="9A93CC"/>
      </a:folHlink>
    </a:clrScheme>
    <a:fontScheme name="kober-ai.co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kober-ai.com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 kober-ai.com</dc:title>
  <dc:subject>PptxGenJS Presentation</dc:subject>
  <dc:creator>Andreas Kober</dc:creator>
  <cp:lastModifiedBy>Andreas Kober</cp:lastModifiedBy>
  <cp:revision>1</cp:revision>
  <dcterms:created xsi:type="dcterms:W3CDTF">2026-10-23T14:02:10Z</dcterms:created>
  <dcterms:modified xsi:type="dcterms:W3CDTF">2026-10-23T14:02:10Z</dcterms:modified>
</cp:coreProperties>
</file>